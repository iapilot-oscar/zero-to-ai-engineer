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68"/>
    <p:restoredTop sz="94712"/>
  </p:normalViewPr>
  <p:slideViewPr>
    <p:cSldViewPr snapToGrid="0">
      <p:cViewPr varScale="1">
        <p:scale>
          <a:sx n="214" d="100"/>
          <a:sy n="214" d="100"/>
        </p:scale>
        <p:origin x="1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1D79E-1876-06BD-3988-F822568BC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ABCA77-7D94-BB8C-871B-48154A1AA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7656F6-4292-4146-854D-07D7805B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A64F1-1E47-3495-3CF4-D78DDBA6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0E25C0-94DB-7251-61A5-C8EB38C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7448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E92E3-DBBD-754A-F0AE-CAF82D15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8F925B-6741-EBDE-9DE0-AB6410E05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6AA5F-D742-58EB-3B1F-39F41D68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5504C7-A93C-A815-BB15-8DD63CE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CEF94A-F213-6682-636A-BB192073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7675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B3C5F-782C-8964-22C1-0C0E1A8D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85CAA-96BC-CA7C-8155-1E0B24064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F1A9F-C366-02F6-A45A-60D28EA5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664786-D85C-1EBB-D5F7-3C22DD66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ECCC1-A209-2DBB-CCBE-A54AE423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4343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DD36E-1E9B-957B-9E20-DB7F1F32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CC5870-8DE7-65D9-1BC2-3555D68F1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0E886A-2D18-5DE4-28D8-AEA4F4F00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B7DB32-404F-F4BF-195F-A2EED7FE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04BE8A-95AD-E40A-933A-47EF2D98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0F8D09-7408-A9B7-5CD7-D266CA4A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3252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BB29C-3D68-9901-C516-15FD6D2D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E907DA-66A9-12FF-BD37-0E1FA5B88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7138BF-63A6-A69D-6E19-EC7C0A5AA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38F3D3-3E5C-4DF9-7D4C-5D8FD25E1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BF8051-137D-CF4F-2AFF-B37E4132A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BA22C-704A-725C-DED1-FD5D9967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435411-CCEC-2036-CD39-A21974CC1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5D8477-2EDE-44A7-D0D4-88B3EA4D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131020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640EE-5231-EA69-3FE3-5841B6B9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8E1E3B6-4F97-2A11-CC5F-827DEEE7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B91B8-20A9-AA1D-CF8D-F6515CD3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D1DD4A-5B3C-6D10-A812-01248B72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7971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49437E-DAC7-DE7D-D001-94398930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76A098-5080-3C49-91F8-4424046A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BF26B9-9570-7E5E-4A78-F6C6661A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05124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EEDA5-D88D-7B4A-9093-5567B866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AC70C-E130-CA16-70C1-D58211A9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48C740-B888-D2F8-D9EA-AE4BD4EA5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F1970C-1AF5-7198-4679-63605EE6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9B3342-BEA8-6EE1-A9B2-D01384C0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8752FA-55E0-90B0-5FD1-9E2C1089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95697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6018F-6D23-F490-E5A0-4E5E726A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E5EC7F-8DCD-A91B-DC75-EA7A862C8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09A0EB-61FB-9979-5157-B76C4831A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7731D6-B5D5-007D-2F4C-D2E0BCBB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AB5A4E-819B-62D8-1925-911B7B87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C644A6-AF86-A575-8315-66108EF7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2907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F8FAD-8743-3692-21FD-38FA1F452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DDAD89-5AC6-6E80-E6FB-64FC81CCB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5EAA6B-936A-6E58-2B1B-337DC120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BFFCF4-5D3E-2665-E510-EF29B4FD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0829C-D8D1-D447-FF77-65E294CE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870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6985D5-B4EF-1448-D191-BFEB87B1E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AC3E9E-DF37-6F57-5938-C5D40F8D5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6BC50-58B4-FAF8-59E3-66BBF242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C800FB-3121-BFE0-87A9-2C15EEAF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6D85D-D29F-5E38-14E8-ECDD7D09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47437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38F3BF8-A7E6-299C-C5F9-C7B261A3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E72D9B-5B1F-B48A-60F7-CD2B1B6A9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250671-8041-81D7-8F4A-C16ECD1B2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65145-DEF2-884A-BFE1-C1FA3C3A2D3D}" type="datetimeFigureOut">
              <a:rPr lang="es-US" smtClean="0"/>
              <a:t>12/6/25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8FDD19-35C9-281F-EEB4-9C3B2F7B8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28236F-EB14-A0F6-256D-3AA48EA2E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F2885-1A58-6345-A187-7F59B85C70AA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2777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0F680C-420D-BEFC-DFD0-3D58989D68C3}"/>
              </a:ext>
            </a:extLst>
          </p:cNvPr>
          <p:cNvSpPr txBox="1"/>
          <p:nvPr/>
        </p:nvSpPr>
        <p:spPr>
          <a:xfrm>
            <a:off x="325821" y="273270"/>
            <a:ext cx="11571889" cy="411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US" sz="2000" b="1" kern="0" dirty="0">
                <a:solidFill>
                  <a:srgbClr val="000000"/>
                </a:solidFill>
                <a:effectLst/>
                <a:latin typeface="Apple Color Emoji" pitchFamily="2" charset="0"/>
                <a:ea typeface="Times New Roman" panose="02020603050405020304" pitchFamily="18" charset="0"/>
                <a:cs typeface="Apple Color Emoji" pitchFamily="2" charset="0"/>
              </a:rPr>
              <a:t>🚦</a:t>
            </a:r>
            <a:r>
              <a:rPr lang="es-US" sz="20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REGLAS DE EJECUCIÓN (LEER CADA MAÑANA)</a:t>
            </a: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endParaRPr lang="es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Primero Predigo, Luego Ejecuto:</a:t>
            </a:r>
            <a:r>
              <a:rPr lang="es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Nunca le doy "Play" sin tener una hipótesis de qué va a pasar.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US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Fricción es Amiga:</a:t>
            </a:r>
            <a:r>
              <a:rPr lang="es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Si me trabo, paso 15 minutos intentando resolverlo solo antes de buscar.</a:t>
            </a:r>
            <a:endParaRPr lang="es-US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US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Copio Caja Negra:</a:t>
            </a:r>
            <a:r>
              <a:rPr lang="es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Si copio un bloque de código de internet, debo comentar línea por línea qué hace. Si no puedo explicar una línea, la borro.</a:t>
            </a:r>
            <a:endParaRPr lang="es-US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s-US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Descansos Sagrados:</a:t>
            </a:r>
            <a:r>
              <a:rPr lang="es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 los 90 minutos, me levanto. Un cerebro cansado practica errores, no aciertos.</a:t>
            </a:r>
            <a:endParaRPr lang="es-US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2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</Words>
  <Application>Microsoft Macintosh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Apple Color Emoji</vt:lpstr>
      <vt:lpstr>Aptos</vt:lpstr>
      <vt:lpstr>Aptos Display</vt:lpstr>
      <vt:lpstr>Arial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Enrique Rodríguez Chourio</dc:creator>
  <cp:lastModifiedBy>Oscar Enrique Rodríguez Chourio</cp:lastModifiedBy>
  <cp:revision>1</cp:revision>
  <dcterms:created xsi:type="dcterms:W3CDTF">2025-12-06T21:36:55Z</dcterms:created>
  <dcterms:modified xsi:type="dcterms:W3CDTF">2025-12-06T21:38:59Z</dcterms:modified>
</cp:coreProperties>
</file>